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E022-3777-BACE-AA68-78914CEE1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AF90F-B789-6915-1C0C-DED65DF46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76EC4-F42E-EDAF-52FC-AFD3A062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8A4E-6400-FA9E-61A1-20A53739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1AC7-E81F-8E40-4658-1C11E374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3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BDFE-000B-22FE-7F75-9363AFDA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79C3-793D-2184-0CAC-99F10290B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89F4B-FD2B-61CD-1388-49440C67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51E4-1193-82A9-7E29-D18C0248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A845-51A1-7401-D993-74C1275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AFF8-B259-1E1B-AB86-2BEBA08D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31EBB-76ED-EDE6-56AD-0842BED7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1C64B-D804-8D10-9759-1E616B3E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3070F-51E9-39F7-79B2-D8B29B9D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2F775-04F7-2C7D-E802-5F084C54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2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59CD-02C5-12AB-C2CF-A332FF2F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AA04-9B1A-7BB6-251A-72AD1B358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300E7-C63A-99C1-AA55-AA2B9F42E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87670-2BEC-EAF9-71F2-40F760FC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2A11F-DC28-A26F-9751-3F9218E2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1F76C-C43E-67E3-DF75-2EBE1F82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2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48A9-AC6D-11F4-BC29-64967E0A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5D8A3-EDE2-4143-AD38-DF4D2A4F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51DF3-BA85-9512-D186-C77D8BAD0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85189-907C-1068-831E-B2D206D68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4045A-FBC7-EB37-629F-70B4C3FF1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81B8C-E6E5-068C-6062-0902CD01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E8406-5EEB-C019-D828-504925FD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23EE9-EF7B-654A-3F17-4C7C06EF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3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CCB0-24FF-69F3-0FCC-737F568D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7A132-AD5A-2D24-72D6-7619212F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AE64A-FC50-43F0-84C3-2AB86DFA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BD674-B400-6577-8A3F-61578FC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8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1C0A8-A3AA-85E1-205F-38DE1D85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52F44-427C-4718-7A0E-D28FCFF1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DAA4-CFA4-C3AD-D51E-D4149CA3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5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E218-1BC4-FCA7-B65F-613977EA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E0FF-F5F7-6456-3A74-085E456EE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B2E85-42FE-DAD9-E27E-71978DE5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03905-8178-7ADA-335C-67580703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BCEFA-7B77-E9BF-A765-EB04710F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9ED1D-9058-48ED-89C4-65BE7427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3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8A67-F37C-FBD8-F2EA-F867CF93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55901-1483-99C0-3556-AA391D8A3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1E4F7-1761-0657-CE87-9237EF5F6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9FE18-F555-C2C4-4E05-30A80C88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77803-D752-41C9-1139-55CC679A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693C7-4E4A-9063-EB25-C8DA5C89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8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C6D6-1B38-AB1D-9D90-A95B85C0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73029-2D68-4B84-6557-5C4B0F68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650AA-F16F-EC64-B8EF-D1161053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2B351-0853-EB30-BEEC-97AA6FB5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E2A22-E1D9-4AC5-C690-CA202478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0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43E15-347F-4BE7-FDF2-DDAB3CCA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0FB4F-8DC9-6564-24AE-0F643F302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8D49-CF8E-3FC6-FB31-3F611AD8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3AF88-CE36-EC55-7B3E-60650968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3F51F-E98C-9412-094C-46F871B0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A9A36-7FE1-4070-B0FF-4A61BCF1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75179-B8FA-CFA1-A9D1-689E2EC8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82253-B4D2-68CD-94C3-4EB55AA57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6F645-678B-4192-B286-11D545988D2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A92A-4D7C-A1B2-7316-7C59764A3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1025-6BEA-BDB6-4D18-70E00BD9B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F3D84-FA3F-4A63-95A3-7FCD4F1BA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3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069111-9999-DE0C-7132-13D0245B6CB9}"/>
              </a:ext>
            </a:extLst>
          </p:cNvPr>
          <p:cNvSpPr/>
          <p:nvPr/>
        </p:nvSpPr>
        <p:spPr>
          <a:xfrm>
            <a:off x="2408903" y="285136"/>
            <a:ext cx="7374193" cy="383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QUẢN LÝ TRUNG TÂM THIẾT BỊ TRƯỜNG HỌC TỈNH HƯNG YÊN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7F569-510D-0AAD-259C-8B3A9DE140F1}"/>
              </a:ext>
            </a:extLst>
          </p:cNvPr>
          <p:cNvSpPr/>
          <p:nvPr/>
        </p:nvSpPr>
        <p:spPr>
          <a:xfrm>
            <a:off x="206479" y="121919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915EF-31B6-8B40-65A8-B2F18AA8FFEF}"/>
              </a:ext>
            </a:extLst>
          </p:cNvPr>
          <p:cNvSpPr/>
          <p:nvPr/>
        </p:nvSpPr>
        <p:spPr>
          <a:xfrm>
            <a:off x="157316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BB268-3D35-9655-8E79-644C3E083945}"/>
              </a:ext>
            </a:extLst>
          </p:cNvPr>
          <p:cNvSpPr/>
          <p:nvPr/>
        </p:nvSpPr>
        <p:spPr>
          <a:xfrm>
            <a:off x="307749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421C8-2D24-3906-6083-380231B82E22}"/>
              </a:ext>
            </a:extLst>
          </p:cNvPr>
          <p:cNvSpPr/>
          <p:nvPr/>
        </p:nvSpPr>
        <p:spPr>
          <a:xfrm>
            <a:off x="458183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ncc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CF9FE-B084-9BD0-8CB1-B2FF153C4A52}"/>
              </a:ext>
            </a:extLst>
          </p:cNvPr>
          <p:cNvSpPr/>
          <p:nvPr/>
        </p:nvSpPr>
        <p:spPr>
          <a:xfrm>
            <a:off x="608616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nhân viên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85E86-B606-D700-9F2F-10F772D88322}"/>
              </a:ext>
            </a:extLst>
          </p:cNvPr>
          <p:cNvSpPr/>
          <p:nvPr/>
        </p:nvSpPr>
        <p:spPr>
          <a:xfrm>
            <a:off x="7590501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Báo cáo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93436D-14BE-7668-5C58-D061977D5602}"/>
              </a:ext>
            </a:extLst>
          </p:cNvPr>
          <p:cNvSpPr/>
          <p:nvPr/>
        </p:nvSpPr>
        <p:spPr>
          <a:xfrm>
            <a:off x="9094836" y="1219199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Nhật ký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31DBB8-B026-8302-3575-290373C5C8EC}"/>
              </a:ext>
            </a:extLst>
          </p:cNvPr>
          <p:cNvSpPr/>
          <p:nvPr/>
        </p:nvSpPr>
        <p:spPr>
          <a:xfrm>
            <a:off x="10599171" y="1199533"/>
            <a:ext cx="1376517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1A1CC5-F9E7-5470-5BE4-E0E43DEEE3D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25911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12C3EB-A28C-0D81-4BCA-5B22D99D722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1287430" y="924232"/>
            <a:ext cx="0" cy="275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8D492F-A48F-D2BC-C188-9B48EA806E5C}"/>
              </a:ext>
            </a:extLst>
          </p:cNvPr>
          <p:cNvCxnSpPr>
            <a:cxnSpLocks/>
          </p:cNvCxnSpPr>
          <p:nvPr/>
        </p:nvCxnSpPr>
        <p:spPr>
          <a:xfrm>
            <a:off x="825911" y="924232"/>
            <a:ext cx="104615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1FD473-A729-6ABE-0D2D-C8F5FDCFD432}"/>
              </a:ext>
            </a:extLst>
          </p:cNvPr>
          <p:cNvCxnSpPr>
            <a:cxnSpLocks/>
          </p:cNvCxnSpPr>
          <p:nvPr/>
        </p:nvCxnSpPr>
        <p:spPr>
          <a:xfrm>
            <a:off x="2300749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BF5730-168B-F07B-B2E4-D801F1D96E42}"/>
              </a:ext>
            </a:extLst>
          </p:cNvPr>
          <p:cNvCxnSpPr>
            <a:cxnSpLocks/>
          </p:cNvCxnSpPr>
          <p:nvPr/>
        </p:nvCxnSpPr>
        <p:spPr>
          <a:xfrm>
            <a:off x="3765755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FE6B3F-376E-4F7C-1429-844FDFB9B30E}"/>
              </a:ext>
            </a:extLst>
          </p:cNvPr>
          <p:cNvCxnSpPr>
            <a:cxnSpLocks/>
          </p:cNvCxnSpPr>
          <p:nvPr/>
        </p:nvCxnSpPr>
        <p:spPr>
          <a:xfrm>
            <a:off x="5299587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F71245-9B15-F4C0-E147-60C4710EED54}"/>
              </a:ext>
            </a:extLst>
          </p:cNvPr>
          <p:cNvCxnSpPr>
            <a:cxnSpLocks/>
          </p:cNvCxnSpPr>
          <p:nvPr/>
        </p:nvCxnSpPr>
        <p:spPr>
          <a:xfrm>
            <a:off x="6803923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237FDF-96DE-39E9-FE63-F6E414A9A2DF}"/>
              </a:ext>
            </a:extLst>
          </p:cNvPr>
          <p:cNvCxnSpPr>
            <a:cxnSpLocks/>
          </p:cNvCxnSpPr>
          <p:nvPr/>
        </p:nvCxnSpPr>
        <p:spPr>
          <a:xfrm>
            <a:off x="8318091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7F7B03-E513-CF5C-476A-EDFBF4335A1A}"/>
              </a:ext>
            </a:extLst>
          </p:cNvPr>
          <p:cNvCxnSpPr>
            <a:cxnSpLocks/>
          </p:cNvCxnSpPr>
          <p:nvPr/>
        </p:nvCxnSpPr>
        <p:spPr>
          <a:xfrm>
            <a:off x="9792929" y="92423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62529C-9EC0-B901-C38B-F9BDED2F56E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6000" y="668594"/>
            <a:ext cx="0" cy="255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F5A858D-35A0-D045-090F-3A6240CB8E26}"/>
              </a:ext>
            </a:extLst>
          </p:cNvPr>
          <p:cNvSpPr/>
          <p:nvPr/>
        </p:nvSpPr>
        <p:spPr>
          <a:xfrm>
            <a:off x="471950" y="1828797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Đăng nhập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1F76D2-4F48-690F-D791-9D265E99F143}"/>
              </a:ext>
            </a:extLst>
          </p:cNvPr>
          <p:cNvSpPr/>
          <p:nvPr/>
        </p:nvSpPr>
        <p:spPr>
          <a:xfrm>
            <a:off x="471950" y="243839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Đăng xuất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80109C-0AB1-D13C-603F-B05EEC2743F3}"/>
              </a:ext>
            </a:extLst>
          </p:cNvPr>
          <p:cNvSpPr/>
          <p:nvPr/>
        </p:nvSpPr>
        <p:spPr>
          <a:xfrm>
            <a:off x="471950" y="304799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Đổi mật khẩu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42A120-2BD3-AAB9-96EB-B0A0229724E4}"/>
              </a:ext>
            </a:extLst>
          </p:cNvPr>
          <p:cNvSpPr/>
          <p:nvPr/>
        </p:nvSpPr>
        <p:spPr>
          <a:xfrm>
            <a:off x="471950" y="365759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18B63D-2EC1-615E-6E44-7FB3D51C15E5}"/>
              </a:ext>
            </a:extLst>
          </p:cNvPr>
          <p:cNvSpPr/>
          <p:nvPr/>
        </p:nvSpPr>
        <p:spPr>
          <a:xfrm>
            <a:off x="2133602" y="1828797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bán hàng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91AF3A-A923-43D8-BFED-6600F5A24D4B}"/>
              </a:ext>
            </a:extLst>
          </p:cNvPr>
          <p:cNvSpPr/>
          <p:nvPr/>
        </p:nvSpPr>
        <p:spPr>
          <a:xfrm>
            <a:off x="2448231" y="243839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Tạo hóa đơn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207CFC-C678-3802-B7E4-E5091E852481}"/>
              </a:ext>
            </a:extLst>
          </p:cNvPr>
          <p:cNvSpPr/>
          <p:nvPr/>
        </p:nvSpPr>
        <p:spPr>
          <a:xfrm>
            <a:off x="2448231" y="304799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 hóa đơn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A77DFD-9B9B-54E7-9850-76D1398EB5B6}"/>
              </a:ext>
            </a:extLst>
          </p:cNvPr>
          <p:cNvSpPr/>
          <p:nvPr/>
        </p:nvSpPr>
        <p:spPr>
          <a:xfrm>
            <a:off x="2133602" y="365759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QL tồn kho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2BED60-53FA-7B35-343F-0CA046AC29DC}"/>
              </a:ext>
            </a:extLst>
          </p:cNvPr>
          <p:cNvSpPr/>
          <p:nvPr/>
        </p:nvSpPr>
        <p:spPr>
          <a:xfrm>
            <a:off x="2448231" y="426718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Lịch sử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tồn kho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5D2D11-9782-C119-A549-2660F9F9EEA6}"/>
              </a:ext>
            </a:extLst>
          </p:cNvPr>
          <p:cNvSpPr/>
          <p:nvPr/>
        </p:nvSpPr>
        <p:spPr>
          <a:xfrm>
            <a:off x="2133602" y="4876787"/>
            <a:ext cx="1455172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Xem, thêm, sửa, xóa sản phẩm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880843-BB16-475A-8FFC-4B597E7E1AD0}"/>
              </a:ext>
            </a:extLst>
          </p:cNvPr>
          <p:cNvSpPr/>
          <p:nvPr/>
        </p:nvSpPr>
        <p:spPr>
          <a:xfrm>
            <a:off x="4218041" y="1828797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Xem, thêm, sửa, xóa danh mục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F837F2-D622-AC26-EA8F-34546574309B}"/>
              </a:ext>
            </a:extLst>
          </p:cNvPr>
          <p:cNvSpPr/>
          <p:nvPr/>
        </p:nvSpPr>
        <p:spPr>
          <a:xfrm>
            <a:off x="4207809" y="3205289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Xem, thêm, sửa, xóa ncc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63AED3-3B7C-6FDA-43E2-64C36F412EC6}"/>
              </a:ext>
            </a:extLst>
          </p:cNvPr>
          <p:cNvSpPr/>
          <p:nvPr/>
        </p:nvSpPr>
        <p:spPr>
          <a:xfrm>
            <a:off x="4218041" y="2438395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Tìm kiếm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danh mục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905CFB-CC72-AE21-EC39-BBEC9B6E1E19}"/>
              </a:ext>
            </a:extLst>
          </p:cNvPr>
          <p:cNvSpPr/>
          <p:nvPr/>
        </p:nvSpPr>
        <p:spPr>
          <a:xfrm>
            <a:off x="4207809" y="3814887"/>
            <a:ext cx="1376516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Tìm kiếm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nhàcung cấp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B15EC0-F9AE-99CB-8771-6D6E931AC194}"/>
              </a:ext>
            </a:extLst>
          </p:cNvPr>
          <p:cNvSpPr/>
          <p:nvPr/>
        </p:nvSpPr>
        <p:spPr>
          <a:xfrm>
            <a:off x="6351637" y="1828788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danh sách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6C8CC0-58E1-B7E3-8204-8889E1A4899A}"/>
              </a:ext>
            </a:extLst>
          </p:cNvPr>
          <p:cNvSpPr/>
          <p:nvPr/>
        </p:nvSpPr>
        <p:spPr>
          <a:xfrm>
            <a:off x="6351637" y="243838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060E2B-4827-DF1D-C00F-3A4DDA3F4451}"/>
              </a:ext>
            </a:extLst>
          </p:cNvPr>
          <p:cNvSpPr/>
          <p:nvPr/>
        </p:nvSpPr>
        <p:spPr>
          <a:xfrm>
            <a:off x="6351637" y="3047984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Thêm, sửa, xóa nhân viên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4F06BF-C774-FCC0-2E23-FDFCF45A870D}"/>
              </a:ext>
            </a:extLst>
          </p:cNvPr>
          <p:cNvSpPr/>
          <p:nvPr/>
        </p:nvSpPr>
        <p:spPr>
          <a:xfrm>
            <a:off x="6351637" y="3657582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Khóa /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kích hoạt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A0E95D-D1FB-36A3-F1C4-442C27A4E223}"/>
              </a:ext>
            </a:extLst>
          </p:cNvPr>
          <p:cNvSpPr/>
          <p:nvPr/>
        </p:nvSpPr>
        <p:spPr>
          <a:xfrm>
            <a:off x="6351637" y="4267180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Reset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mật khẩu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37DED6-EF5D-5C2E-2CE6-25E97680CD2B}"/>
              </a:ext>
            </a:extLst>
          </p:cNvPr>
          <p:cNvSpPr/>
          <p:nvPr/>
        </p:nvSpPr>
        <p:spPr>
          <a:xfrm>
            <a:off x="8121445" y="1828788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Lọc theo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CC0FA7-94DB-791D-CFAD-9C3654CC9FE7}"/>
              </a:ext>
            </a:extLst>
          </p:cNvPr>
          <p:cNvSpPr/>
          <p:nvPr/>
        </p:nvSpPr>
        <p:spPr>
          <a:xfrm>
            <a:off x="8121445" y="2438383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doanh thu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069ED5-BA86-F7BD-86B2-78D1DED795C1}"/>
              </a:ext>
            </a:extLst>
          </p:cNvPr>
          <p:cNvSpPr/>
          <p:nvPr/>
        </p:nvSpPr>
        <p:spPr>
          <a:xfrm>
            <a:off x="8121445" y="3047984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top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70184D-71FA-E6E6-DFCE-F36149656222}"/>
              </a:ext>
            </a:extLst>
          </p:cNvPr>
          <p:cNvSpPr/>
          <p:nvPr/>
        </p:nvSpPr>
        <p:spPr>
          <a:xfrm>
            <a:off x="8121445" y="364774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05FD28-8DBC-26F9-93DC-905AEBB1DC46}"/>
              </a:ext>
            </a:extLst>
          </p:cNvPr>
          <p:cNvSpPr/>
          <p:nvPr/>
        </p:nvSpPr>
        <p:spPr>
          <a:xfrm>
            <a:off x="8121445" y="425733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Xuất CSV/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PDF/EXCEL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DA572A-54B8-13CB-7146-4967363F4609}"/>
              </a:ext>
            </a:extLst>
          </p:cNvPr>
          <p:cNvSpPr/>
          <p:nvPr/>
        </p:nvSpPr>
        <p:spPr>
          <a:xfrm>
            <a:off x="10166550" y="3814900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Save data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A91421-922C-553E-C261-48F8ADFE0E0C}"/>
              </a:ext>
            </a:extLst>
          </p:cNvPr>
          <p:cNvSpPr/>
          <p:nvPr/>
        </p:nvSpPr>
        <p:spPr>
          <a:xfrm>
            <a:off x="10166550" y="4434335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Delete data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02B73E-4E8A-F6A0-4BD5-3A8A0DEDCC4E}"/>
              </a:ext>
            </a:extLst>
          </p:cNvPr>
          <p:cNvSpPr/>
          <p:nvPr/>
        </p:nvSpPr>
        <p:spPr>
          <a:xfrm>
            <a:off x="10166550" y="1804209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Xem log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C4EFC2-F189-33DB-4583-3FBAA9C124A1}"/>
              </a:ext>
            </a:extLst>
          </p:cNvPr>
          <p:cNvSpPr/>
          <p:nvPr/>
        </p:nvSpPr>
        <p:spPr>
          <a:xfrm>
            <a:off x="10166550" y="242855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Làm mới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FA3339-2326-49A8-9ECB-998D6CA018D9}"/>
              </a:ext>
            </a:extLst>
          </p:cNvPr>
          <p:cNvSpPr/>
          <p:nvPr/>
        </p:nvSpPr>
        <p:spPr>
          <a:xfrm>
            <a:off x="10166550" y="3038151"/>
            <a:ext cx="1238864" cy="442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Mở thư mục log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00BC86-D4E3-F8C4-5634-6DCD0FC79E4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56032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94EE1C-2C7A-B9C7-4ACD-9D53026C4840}"/>
              </a:ext>
            </a:extLst>
          </p:cNvPr>
          <p:cNvCxnSpPr>
            <a:cxnSpLocks/>
          </p:cNvCxnSpPr>
          <p:nvPr/>
        </p:nvCxnSpPr>
        <p:spPr>
          <a:xfrm>
            <a:off x="256032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5D2311-0BEB-A350-9CE6-5CCE522B3CE2}"/>
              </a:ext>
            </a:extLst>
          </p:cNvPr>
          <p:cNvCxnSpPr>
            <a:cxnSpLocks/>
          </p:cNvCxnSpPr>
          <p:nvPr/>
        </p:nvCxnSpPr>
        <p:spPr>
          <a:xfrm>
            <a:off x="256032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2DC491-BD89-0978-C571-4CF4D64D984C}"/>
              </a:ext>
            </a:extLst>
          </p:cNvPr>
          <p:cNvCxnSpPr>
            <a:cxnSpLocks/>
          </p:cNvCxnSpPr>
          <p:nvPr/>
        </p:nvCxnSpPr>
        <p:spPr>
          <a:xfrm>
            <a:off x="256032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01E0C34-F201-7FC3-9ECD-ECB15825CEF0}"/>
              </a:ext>
            </a:extLst>
          </p:cNvPr>
          <p:cNvCxnSpPr>
            <a:cxnSpLocks/>
          </p:cNvCxnSpPr>
          <p:nvPr/>
        </p:nvCxnSpPr>
        <p:spPr>
          <a:xfrm flipV="1">
            <a:off x="256032" y="1661651"/>
            <a:ext cx="0" cy="2217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895EB87-1F18-9914-FDB8-5A5B3BB74B61}"/>
              </a:ext>
            </a:extLst>
          </p:cNvPr>
          <p:cNvCxnSpPr>
            <a:cxnSpLocks/>
          </p:cNvCxnSpPr>
          <p:nvPr/>
        </p:nvCxnSpPr>
        <p:spPr>
          <a:xfrm>
            <a:off x="1927516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4A0EF11-CCAC-41D8-F7EE-470D5708DAF4}"/>
              </a:ext>
            </a:extLst>
          </p:cNvPr>
          <p:cNvCxnSpPr>
            <a:cxnSpLocks/>
          </p:cNvCxnSpPr>
          <p:nvPr/>
        </p:nvCxnSpPr>
        <p:spPr>
          <a:xfrm>
            <a:off x="1917684" y="508327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A952F91-6EBA-1C1B-3558-3EDB55DFCE3E}"/>
              </a:ext>
            </a:extLst>
          </p:cNvPr>
          <p:cNvCxnSpPr>
            <a:cxnSpLocks/>
          </p:cNvCxnSpPr>
          <p:nvPr/>
        </p:nvCxnSpPr>
        <p:spPr>
          <a:xfrm>
            <a:off x="2232313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8023C9-FE8F-4B93-BB56-FA8F8A54CD5A}"/>
              </a:ext>
            </a:extLst>
          </p:cNvPr>
          <p:cNvCxnSpPr>
            <a:cxnSpLocks/>
          </p:cNvCxnSpPr>
          <p:nvPr/>
        </p:nvCxnSpPr>
        <p:spPr>
          <a:xfrm>
            <a:off x="1927516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59EA97A-71FC-CF7B-07E4-E6FEBE099B22}"/>
              </a:ext>
            </a:extLst>
          </p:cNvPr>
          <p:cNvCxnSpPr>
            <a:cxnSpLocks/>
          </p:cNvCxnSpPr>
          <p:nvPr/>
        </p:nvCxnSpPr>
        <p:spPr>
          <a:xfrm flipV="1">
            <a:off x="1927516" y="1661651"/>
            <a:ext cx="0" cy="3421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872DEC2-D333-33C2-A306-472EEA31195B}"/>
              </a:ext>
            </a:extLst>
          </p:cNvPr>
          <p:cNvCxnSpPr>
            <a:cxnSpLocks/>
          </p:cNvCxnSpPr>
          <p:nvPr/>
        </p:nvCxnSpPr>
        <p:spPr>
          <a:xfrm flipH="1" flipV="1">
            <a:off x="2232313" y="2271240"/>
            <a:ext cx="9445" cy="1025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69858A5-E793-C39A-F76A-4401634B29B4}"/>
              </a:ext>
            </a:extLst>
          </p:cNvPr>
          <p:cNvCxnSpPr>
            <a:cxnSpLocks/>
          </p:cNvCxnSpPr>
          <p:nvPr/>
        </p:nvCxnSpPr>
        <p:spPr>
          <a:xfrm>
            <a:off x="2232313" y="3277074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0F1AE80-573C-3D43-160A-8466C4CF7F44}"/>
              </a:ext>
            </a:extLst>
          </p:cNvPr>
          <p:cNvCxnSpPr>
            <a:cxnSpLocks/>
          </p:cNvCxnSpPr>
          <p:nvPr/>
        </p:nvCxnSpPr>
        <p:spPr>
          <a:xfrm>
            <a:off x="2241267" y="4488648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A54C399-4BAD-6D8D-A7D4-8DD1BA5100EA}"/>
              </a:ext>
            </a:extLst>
          </p:cNvPr>
          <p:cNvCxnSpPr>
            <a:cxnSpLocks/>
          </p:cNvCxnSpPr>
          <p:nvPr/>
        </p:nvCxnSpPr>
        <p:spPr>
          <a:xfrm flipH="1" flipV="1">
            <a:off x="2241267" y="4100271"/>
            <a:ext cx="9445" cy="3879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ECDBFDB-973C-B1ED-C90F-2124C02F8EFB}"/>
              </a:ext>
            </a:extLst>
          </p:cNvPr>
          <p:cNvCxnSpPr>
            <a:cxnSpLocks/>
          </p:cNvCxnSpPr>
          <p:nvPr/>
        </p:nvCxnSpPr>
        <p:spPr>
          <a:xfrm>
            <a:off x="4021787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B2C71E7-4981-D17D-50BC-5C2C51C265AB}"/>
              </a:ext>
            </a:extLst>
          </p:cNvPr>
          <p:cNvCxnSpPr>
            <a:cxnSpLocks/>
          </p:cNvCxnSpPr>
          <p:nvPr/>
        </p:nvCxnSpPr>
        <p:spPr>
          <a:xfrm>
            <a:off x="4021787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132C25D-6A97-3086-6114-09FB41D2BB25}"/>
              </a:ext>
            </a:extLst>
          </p:cNvPr>
          <p:cNvCxnSpPr>
            <a:cxnSpLocks/>
          </p:cNvCxnSpPr>
          <p:nvPr/>
        </p:nvCxnSpPr>
        <p:spPr>
          <a:xfrm flipV="1">
            <a:off x="4021787" y="1661651"/>
            <a:ext cx="0" cy="997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AAC3BB4-CFFB-2609-08E8-7CF24B4CF39D}"/>
              </a:ext>
            </a:extLst>
          </p:cNvPr>
          <p:cNvCxnSpPr>
            <a:cxnSpLocks/>
          </p:cNvCxnSpPr>
          <p:nvPr/>
        </p:nvCxnSpPr>
        <p:spPr>
          <a:xfrm flipV="1">
            <a:off x="5791193" y="1661651"/>
            <a:ext cx="10232" cy="2374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640D2BA-377D-8EBE-51DD-B6BC5D5AFE23}"/>
              </a:ext>
            </a:extLst>
          </p:cNvPr>
          <p:cNvCxnSpPr>
            <a:endCxn id="45" idx="3"/>
          </p:cNvCxnSpPr>
          <p:nvPr/>
        </p:nvCxnSpPr>
        <p:spPr>
          <a:xfrm flipH="1">
            <a:off x="5584325" y="4035879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39C7816-65DA-3214-0B11-4CD88E4278E6}"/>
              </a:ext>
            </a:extLst>
          </p:cNvPr>
          <p:cNvCxnSpPr/>
          <p:nvPr/>
        </p:nvCxnSpPr>
        <p:spPr>
          <a:xfrm flipH="1">
            <a:off x="5584325" y="3426506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3557CB2-F903-A5CF-1EE4-65EAFEA9F984}"/>
              </a:ext>
            </a:extLst>
          </p:cNvPr>
          <p:cNvCxnSpPr>
            <a:cxnSpLocks/>
          </p:cNvCxnSpPr>
          <p:nvPr/>
        </p:nvCxnSpPr>
        <p:spPr>
          <a:xfrm>
            <a:off x="6141720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788B262-7905-E747-5F45-869E74C7E81D}"/>
              </a:ext>
            </a:extLst>
          </p:cNvPr>
          <p:cNvCxnSpPr>
            <a:cxnSpLocks/>
          </p:cNvCxnSpPr>
          <p:nvPr/>
        </p:nvCxnSpPr>
        <p:spPr>
          <a:xfrm>
            <a:off x="6141720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9A1BE71-0C7C-4707-0A42-AD504D7E5A4D}"/>
              </a:ext>
            </a:extLst>
          </p:cNvPr>
          <p:cNvCxnSpPr>
            <a:cxnSpLocks/>
          </p:cNvCxnSpPr>
          <p:nvPr/>
        </p:nvCxnSpPr>
        <p:spPr>
          <a:xfrm>
            <a:off x="6141720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8D9BF17-31A6-B5A2-F2A2-A21802E0D70A}"/>
              </a:ext>
            </a:extLst>
          </p:cNvPr>
          <p:cNvCxnSpPr>
            <a:cxnSpLocks/>
          </p:cNvCxnSpPr>
          <p:nvPr/>
        </p:nvCxnSpPr>
        <p:spPr>
          <a:xfrm>
            <a:off x="6141720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211EF60-448E-20E0-2E9D-D8E839BFEBFD}"/>
              </a:ext>
            </a:extLst>
          </p:cNvPr>
          <p:cNvCxnSpPr>
            <a:cxnSpLocks/>
          </p:cNvCxnSpPr>
          <p:nvPr/>
        </p:nvCxnSpPr>
        <p:spPr>
          <a:xfrm flipV="1">
            <a:off x="6135719" y="1661651"/>
            <a:ext cx="6001" cy="2826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E9331D1-1DEB-A314-4B0A-D6E95AF4241C}"/>
              </a:ext>
            </a:extLst>
          </p:cNvPr>
          <p:cNvCxnSpPr>
            <a:cxnSpLocks/>
          </p:cNvCxnSpPr>
          <p:nvPr/>
        </p:nvCxnSpPr>
        <p:spPr>
          <a:xfrm>
            <a:off x="6135719" y="4488181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8AB7355-438A-5C8C-2748-4D799C3A8A90}"/>
              </a:ext>
            </a:extLst>
          </p:cNvPr>
          <p:cNvCxnSpPr>
            <a:cxnSpLocks/>
          </p:cNvCxnSpPr>
          <p:nvPr/>
        </p:nvCxnSpPr>
        <p:spPr>
          <a:xfrm>
            <a:off x="7924798" y="38788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8ED6F1E-6C08-1948-16CC-2D31F1DFD849}"/>
              </a:ext>
            </a:extLst>
          </p:cNvPr>
          <p:cNvCxnSpPr>
            <a:cxnSpLocks/>
          </p:cNvCxnSpPr>
          <p:nvPr/>
        </p:nvCxnSpPr>
        <p:spPr>
          <a:xfrm>
            <a:off x="7924798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54E9078-24DC-C098-3B69-3CC932E12655}"/>
              </a:ext>
            </a:extLst>
          </p:cNvPr>
          <p:cNvCxnSpPr>
            <a:cxnSpLocks/>
          </p:cNvCxnSpPr>
          <p:nvPr/>
        </p:nvCxnSpPr>
        <p:spPr>
          <a:xfrm>
            <a:off x="7924798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48C776C-52BF-2546-8825-C14E69AD22AC}"/>
              </a:ext>
            </a:extLst>
          </p:cNvPr>
          <p:cNvCxnSpPr>
            <a:cxnSpLocks/>
          </p:cNvCxnSpPr>
          <p:nvPr/>
        </p:nvCxnSpPr>
        <p:spPr>
          <a:xfrm>
            <a:off x="7924798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752AE55-D213-7FDC-44BA-8D8F1D6345FA}"/>
              </a:ext>
            </a:extLst>
          </p:cNvPr>
          <p:cNvCxnSpPr>
            <a:cxnSpLocks/>
          </p:cNvCxnSpPr>
          <p:nvPr/>
        </p:nvCxnSpPr>
        <p:spPr>
          <a:xfrm flipV="1">
            <a:off x="7918797" y="1661651"/>
            <a:ext cx="6001" cy="2826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F321768-2427-3DF4-9CC4-34A07FC9D5A7}"/>
              </a:ext>
            </a:extLst>
          </p:cNvPr>
          <p:cNvCxnSpPr>
            <a:cxnSpLocks/>
          </p:cNvCxnSpPr>
          <p:nvPr/>
        </p:nvCxnSpPr>
        <p:spPr>
          <a:xfrm>
            <a:off x="7918797" y="4488181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81B34AE-5682-9922-BB63-3F1017BCB1FC}"/>
              </a:ext>
            </a:extLst>
          </p:cNvPr>
          <p:cNvCxnSpPr>
            <a:cxnSpLocks/>
          </p:cNvCxnSpPr>
          <p:nvPr/>
        </p:nvCxnSpPr>
        <p:spPr>
          <a:xfrm>
            <a:off x="9949847" y="32692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BA28AE2-F5E0-B3F0-5699-57679E753469}"/>
              </a:ext>
            </a:extLst>
          </p:cNvPr>
          <p:cNvCxnSpPr>
            <a:cxnSpLocks/>
          </p:cNvCxnSpPr>
          <p:nvPr/>
        </p:nvCxnSpPr>
        <p:spPr>
          <a:xfrm>
            <a:off x="9949847" y="265961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66B7EFD-25CC-94C3-C80D-65EE35AD5197}"/>
              </a:ext>
            </a:extLst>
          </p:cNvPr>
          <p:cNvCxnSpPr>
            <a:cxnSpLocks/>
          </p:cNvCxnSpPr>
          <p:nvPr/>
        </p:nvCxnSpPr>
        <p:spPr>
          <a:xfrm>
            <a:off x="9949847" y="2042397"/>
            <a:ext cx="21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B6DCBCF-1866-3433-3C9D-F3BEC648264E}"/>
              </a:ext>
            </a:extLst>
          </p:cNvPr>
          <p:cNvCxnSpPr>
            <a:cxnSpLocks/>
          </p:cNvCxnSpPr>
          <p:nvPr/>
        </p:nvCxnSpPr>
        <p:spPr>
          <a:xfrm flipH="1" flipV="1">
            <a:off x="9949847" y="1661651"/>
            <a:ext cx="9840" cy="16075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286E3FF-5C72-7846-8825-F1A6DD518318}"/>
              </a:ext>
            </a:extLst>
          </p:cNvPr>
          <p:cNvCxnSpPr>
            <a:cxnSpLocks/>
          </p:cNvCxnSpPr>
          <p:nvPr/>
        </p:nvCxnSpPr>
        <p:spPr>
          <a:xfrm flipV="1">
            <a:off x="11611499" y="1641985"/>
            <a:ext cx="0" cy="29789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FA3D19E-3282-AC5F-6741-4214567348B3}"/>
              </a:ext>
            </a:extLst>
          </p:cNvPr>
          <p:cNvCxnSpPr>
            <a:cxnSpLocks/>
          </p:cNvCxnSpPr>
          <p:nvPr/>
        </p:nvCxnSpPr>
        <p:spPr>
          <a:xfrm flipH="1">
            <a:off x="11404631" y="4620889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CB69397-5C9A-06E4-5CB2-2CA8A499230C}"/>
              </a:ext>
            </a:extLst>
          </p:cNvPr>
          <p:cNvCxnSpPr>
            <a:cxnSpLocks/>
          </p:cNvCxnSpPr>
          <p:nvPr/>
        </p:nvCxnSpPr>
        <p:spPr>
          <a:xfrm flipH="1">
            <a:off x="11404631" y="4011516"/>
            <a:ext cx="206868" cy="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88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Trần Long</dc:creator>
  <cp:lastModifiedBy>Trần Long</cp:lastModifiedBy>
  <cp:revision>9</cp:revision>
  <dcterms:created xsi:type="dcterms:W3CDTF">2026-05-27T06:18:13Z</dcterms:created>
  <dcterms:modified xsi:type="dcterms:W3CDTF">2026-05-27T06:42:29Z</dcterms:modified>
</cp:coreProperties>
</file>